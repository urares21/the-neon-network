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64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NEON NETWORK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+ Computer Graphics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kern="0" spc="10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kern="0" spc="1000" dirty="0">
                <a:solidFill>
                  <a:srgbClr val="FF3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640080" y="4983480"/>
            <a:ext cx="548640" cy="36576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Ungureanu Rares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concept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play the role of a self-replicating virus that has infiltrated a supercomputer.</a:t>
            </a:r>
          </a:p>
          <a:p>
            <a:pPr>
              <a:spcAft>
                <a:spcPts val="800"/>
              </a:spcAft>
            </a:pPr>
            <a:endParaRPr lang="en-US" sz="1600" dirty="0">
              <a:solidFill>
                <a:srgbClr val="F2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objective: to reach the Mainframe Core and steal a corrupted data packet.</a:t>
            </a:r>
          </a:p>
          <a:p>
            <a:pPr>
              <a:spcAft>
                <a:spcPts val="800"/>
              </a:spcAft>
            </a:pPr>
            <a:endParaRPr lang="en-US" sz="1600" dirty="0">
              <a:solidFill>
                <a:srgbClr val="F2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represents a different server that must be cleaned by antivirus programs.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2468880" cy="137160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0" y="265176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PRINCIPAL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235440" y="1828800"/>
            <a:ext cx="2468880" cy="137160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3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235440" y="265176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DURATĂ SESIUNE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3383280"/>
            <a:ext cx="2468880" cy="137160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474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 err="1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3383280"/>
            <a:ext cx="2468880" cy="137160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3474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235440" y="420624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1155680" cy="91440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Single-player · Windows + Linux · Forward+ renderer · Blender pentru asset-uri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and genres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E5C7"/>
                </a:solidFill>
              </a:rPr>
              <a:t>PLATFORMS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Desktop (Windows 10+, Linux kernel 4.x)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dual-core 2 GHz min · quad-core recommended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integrated with OpenGL 3.3 / Vulkan 1.0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Single-player, mouse + keyboard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Forward+ renderer for dynamic neon lighting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33423" y="1783080"/>
            <a:ext cx="5394960" cy="420624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3D71"/>
                </a:solidFill>
              </a:rPr>
              <a:t>GENRES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8"/>
                </a:solidFill>
              </a:rPr>
              <a:t>Genre: First-Person Shooter 3D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CB8"/>
                </a:solidFill>
              </a:rPr>
              <a:t>Subcategory: arcade arena shooter 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00"/>
                </a:solidFill>
              </a:rPr>
              <a:t>Other genres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7033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Twin-stick top-down shooter — top-down perspective, simplified controls, casual targeting.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Stealth-puzzle — virus evades antivirus through data mazes. Changes tone to tactical.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play the role of the malicious code.</a:t>
            </a:r>
          </a:p>
          <a:p>
            <a:r>
              <a:rPr lang="en-US" sz="22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games have you defending.</a:t>
            </a:r>
          </a:p>
          <a:p>
            <a:r>
              <a:rPr lang="en-US" sz="22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you're the attacker."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394960" cy="123444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7"/>
                </a:solidFill>
              </a:rPr>
              <a:t>Power fantasy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E9CB8"/>
                </a:solidFill>
              </a:rPr>
              <a:t>Rare narrative reversal. Immediate narrative hook.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3383280"/>
            <a:ext cx="5394960" cy="1234440"/>
          </a:xfrm>
          <a:prstGeom prst="rect">
            <a:avLst/>
          </a:prstGeom>
          <a:solidFill>
            <a:srgbClr val="131A36"/>
          </a:solidFill>
          <a:ln w="25400">
            <a:solidFill>
              <a:srgbClr val="FF3D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71"/>
                </a:solidFill>
              </a:rPr>
              <a:t>Short sessions (3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886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E9CB8"/>
                </a:solidFill>
              </a:rPr>
              <a:t>Retry compatible. Speed-run friendly. The ideal break.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394960" cy="1234440"/>
          </a:xfrm>
          <a:prstGeom prst="rect">
            <a:avLst/>
          </a:prstGeom>
          <a:solidFill>
            <a:srgbClr val="131A36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00"/>
                </a:solidFill>
              </a:rPr>
              <a:t>Distinctive esthetic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257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E9CB8"/>
                </a:solidFill>
              </a:rPr>
              <a:t>Neon palette on a dark background — visually quotable.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754880"/>
            <a:ext cx="5394960" cy="123444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7"/>
                </a:solidFill>
              </a:rPr>
              <a:t>Feedback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5257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E9CB8"/>
                </a:solidFill>
              </a:rPr>
              <a:t>Pulsating shaders, clear sounds, frequent dopamine.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210312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E5C7"/>
                </a:solidFill>
              </a:rPr>
              <a:t>VIRUS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CB8"/>
                </a:solidFill>
              </a:rPr>
              <a:t>Hero / Anti-hero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2F4F8"/>
                </a:solidFill>
              </a:rPr>
              <a:t>Protagonist. Self-replicating tetrahedral probe.</a:t>
            </a:r>
          </a:p>
          <a:p>
            <a:r>
              <a:rPr lang="en-US" sz="1100" dirty="0">
                <a:solidFill>
                  <a:srgbClr val="F2F4F8"/>
                </a:solidFill>
              </a:rPr>
              <a:t>Provides </a:t>
            </a:r>
            <a:r>
              <a:rPr lang="en-US" sz="1100" dirty="0" err="1">
                <a:solidFill>
                  <a:srgbClr val="F2F4F8"/>
                </a:solidFill>
              </a:rPr>
              <a:t>Pistol.glb</a:t>
            </a:r>
            <a:r>
              <a:rPr lang="en-US" sz="1100" dirty="0">
                <a:solidFill>
                  <a:srgbClr val="F2F4F8"/>
                </a:solidFill>
              </a:rPr>
              <a:t> as 1st-person weapon.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57600" cy="2103120"/>
          </a:xfrm>
          <a:prstGeom prst="rect">
            <a:avLst/>
          </a:prstGeom>
          <a:solidFill>
            <a:srgbClr val="131A36"/>
          </a:solidFill>
          <a:ln w="25400">
            <a:solidFill>
              <a:srgbClr val="FF3D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3D71"/>
                </a:solidFill>
              </a:rPr>
              <a:t>SENTINEL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CB8"/>
                </a:solidFill>
              </a:rPr>
              <a:t>Guardian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2F4F8"/>
                </a:solidFill>
              </a:rPr>
              <a:t>Patrol + melee attack.</a:t>
            </a:r>
          </a:p>
          <a:p>
            <a:r>
              <a:rPr lang="en-US" sz="1100" dirty="0">
                <a:solidFill>
                  <a:srgbClr val="F2F4F8"/>
                </a:solidFill>
              </a:rPr>
              <a:t>Mesh: </a:t>
            </a:r>
            <a:r>
              <a:rPr lang="en-US" sz="1100" dirty="0" err="1">
                <a:solidFill>
                  <a:srgbClr val="F2F4F8"/>
                </a:solidFill>
              </a:rPr>
              <a:t>Ross.glb</a:t>
            </a:r>
            <a:r>
              <a:rPr lang="en-US" sz="1100" dirty="0">
                <a:solidFill>
                  <a:srgbClr val="F2F4F8"/>
                </a:solidFill>
              </a:rPr>
              <a:t>. HP 60 · DMG 12.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657600" cy="2103120"/>
          </a:xfrm>
          <a:prstGeom prst="rect">
            <a:avLst/>
          </a:prstGeom>
          <a:solidFill>
            <a:srgbClr val="131A36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B400"/>
                </a:solidFill>
              </a:rPr>
              <a:t>FIREWALL BRUTE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CB8"/>
                </a:solidFill>
              </a:rPr>
              <a:t>Threshold Guardian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788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v-SE" sz="1100" dirty="0">
                <a:solidFill>
                  <a:srgbClr val="F2F4F8"/>
                </a:solidFill>
              </a:rPr>
              <a:t>Tank variant, levels 3+.</a:t>
            </a:r>
          </a:p>
          <a:p>
            <a:r>
              <a:rPr lang="sv-SE" sz="1100" dirty="0">
                <a:solidFill>
                  <a:srgbClr val="F2F4F8"/>
                </a:solidFill>
              </a:rPr>
              <a:t>HP 150 · DMG 25.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657600" cy="210312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E5C7"/>
                </a:solidFill>
              </a:rPr>
              <a:t>MAINFRAME 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4709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CB8"/>
                </a:solidFill>
              </a:rPr>
              <a:t>Shadow / Boss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5074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2F4F8"/>
                </a:solidFill>
              </a:rPr>
              <a:t>Network Intelligence.</a:t>
            </a:r>
          </a:p>
          <a:p>
            <a:r>
              <a:rPr lang="en-US" sz="1100" dirty="0">
                <a:solidFill>
                  <a:srgbClr val="F2F4F8"/>
                </a:solidFill>
              </a:rPr>
              <a:t>HP 400. 3 combat phases.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loop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2468880" cy="228600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91640"/>
            <a:ext cx="822960" cy="822960"/>
          </a:xfrm>
          <a:prstGeom prst="line">
            <a:avLst/>
          </a:prstGeom>
          <a:solidFill>
            <a:srgbClr val="00E5C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737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32B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00E5C7"/>
                </a:solidFill>
              </a:rPr>
              <a:t>ENTER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Spawn in level.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Timer starts.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468880" cy="2286000"/>
          </a:xfrm>
          <a:prstGeom prst="rect">
            <a:avLst/>
          </a:prstGeom>
          <a:solidFill>
            <a:srgbClr val="131A36"/>
          </a:solidFill>
          <a:ln w="25400">
            <a:solidFill>
              <a:srgbClr val="FF3D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691640"/>
            <a:ext cx="822960" cy="822960"/>
          </a:xfrm>
          <a:prstGeom prst="line">
            <a:avLst/>
          </a:prstGeom>
          <a:solidFill>
            <a:srgbClr val="FF3D71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737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32B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3D71"/>
                </a:solidFill>
              </a:rPr>
              <a:t>COLLECT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Collect access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keys.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468880" cy="2286000"/>
          </a:xfrm>
          <a:prstGeom prst="rect">
            <a:avLst/>
          </a:prstGeom>
          <a:solidFill>
            <a:srgbClr val="131A36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691640"/>
            <a:ext cx="822960" cy="822960"/>
          </a:xfrm>
          <a:prstGeom prst="line">
            <a:avLst/>
          </a:prstGeom>
          <a:solidFill>
            <a:srgbClr val="FF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737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32B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B400"/>
                </a:solidFill>
              </a:rPr>
              <a:t>FIGHT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Eliminate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Sentinels.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468880" cy="228600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1691640"/>
            <a:ext cx="822960" cy="822960"/>
          </a:xfrm>
          <a:prstGeom prst="line">
            <a:avLst/>
          </a:prstGeom>
          <a:solidFill>
            <a:srgbClr val="00E5C7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1737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32B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5256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00E5C7"/>
                </a:solidFill>
              </a:rPr>
              <a:t>EXIT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Activate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8"/>
                </a:solidFill>
              </a:rPr>
              <a:t>portal.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394960" cy="1280160"/>
          </a:xfrm>
          <a:prstGeom prst="rect">
            <a:avLst/>
          </a:prstGeom>
          <a:solidFill>
            <a:srgbClr val="131A36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E5C7"/>
                </a:solidFill>
              </a:rPr>
              <a:t>✓ WIN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394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2F4F8"/>
                </a:solidFill>
              </a:rPr>
              <a:t>Defeat the Mainframe Core boss and extract the </a:t>
            </a:r>
            <a:r>
              <a:rPr lang="en-US" sz="1200" dirty="0" err="1">
                <a:solidFill>
                  <a:srgbClr val="F2F4F8"/>
                </a:solidFill>
              </a:rPr>
              <a:t>DataShard</a:t>
            </a:r>
            <a:r>
              <a:rPr lang="en-US" sz="1200" dirty="0">
                <a:solidFill>
                  <a:srgbClr val="F2F4F8"/>
                </a:solidFill>
              </a:rPr>
              <a:t> from level 8.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937760"/>
            <a:ext cx="5486400" cy="1280160"/>
          </a:xfrm>
          <a:prstGeom prst="rect">
            <a:avLst/>
          </a:prstGeom>
          <a:solidFill>
            <a:srgbClr val="131A36"/>
          </a:solidFill>
          <a:ln w="12700">
            <a:solidFill>
              <a:srgbClr val="FF3D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3D71"/>
                </a:solidFill>
              </a:rPr>
              <a:t>✗ LOSE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5394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2F4F8"/>
                </a:solidFill>
              </a:rPr>
              <a:t>HP 0 · timer expires (Trace Complete) ·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HUD &amp; Menus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943600" cy="4297680"/>
          </a:xfrm>
          <a:prstGeom prst="rect">
            <a:avLst/>
          </a:prstGeom>
          <a:solidFill>
            <a:srgbClr val="060A18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E9CB8"/>
                </a:solidFill>
              </a:rPr>
              <a:t>LIVE HUD MOCK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2331720"/>
            <a:ext cx="10972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02:47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3931920"/>
            <a:ext cx="182880" cy="0"/>
          </a:xfrm>
          <a:prstGeom prst="line">
            <a:avLst/>
          </a:prstGeom>
          <a:noFill/>
          <a:ln w="25400">
            <a:solidFill>
              <a:srgbClr val="00E5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3840480"/>
            <a:ext cx="0" cy="182880"/>
          </a:xfrm>
          <a:prstGeom prst="line">
            <a:avLst/>
          </a:prstGeom>
          <a:noFill/>
          <a:ln w="25400">
            <a:solidFill>
              <a:srgbClr val="00E5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577840"/>
            <a:ext cx="2286000" cy="228600"/>
          </a:xfrm>
          <a:prstGeom prst="rect">
            <a:avLst/>
          </a:prstGeom>
          <a:solidFill>
            <a:srgbClr val="000000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5596128"/>
            <a:ext cx="1645920" cy="192024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 / 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852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KEYS: 2 /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6053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3D71"/>
                </a:solidFill>
              </a:rPr>
              <a:t>◢ KEY ACQUIRED 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3D71"/>
                </a:solidFill>
              </a:rPr>
              <a:t>COMPONENTS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28600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— green / yellow / red progressive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counter — portal feedback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counter — secondary score (bonus)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— 3 min countdown, pulsing under 30s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Crosshair — central aiming point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flash — pickup feedback (tween)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— start / options / quit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menu — on ESC (</a:t>
            </a:r>
            <a:r>
              <a:rPr lang="en-US" sz="12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PopupPanel</a:t>
            </a: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/ Victory screen — stats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Models and textures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577840" cy="420624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E5C7"/>
                </a:solidFill>
              </a:rPr>
              <a:t>3D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Ross.glb</a:t>
            </a: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Pistol.glb</a:t>
            </a: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Virus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DataShard</a:t>
            </a: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394960" cy="4206240"/>
          </a:xfrm>
          <a:prstGeom prst="rect">
            <a:avLst/>
          </a:prstGeom>
          <a:solidFill>
            <a:srgbClr val="131A36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3D71"/>
                </a:solidFill>
              </a:rPr>
              <a:t>TEXTURES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3774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PBR set: albedo (orange) + normal + roughness + emissive masks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StandardMaterial3D for walls + floors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Emissive mask (red segments) → pulsating circuits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shader "</a:t>
            </a:r>
            <a:r>
              <a:rPr lang="en-US" sz="12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neon_glow.gdshader</a:t>
            </a: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for keys + portal + props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generation: </a:t>
            </a:r>
            <a:r>
              <a:rPr lang="en-US" sz="12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NeonStripGenerator</a:t>
            </a: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places 12 randomized OmniLight3D per room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waypoints generated procedurally on </a:t>
            </a:r>
            <a:r>
              <a:rPr lang="en-US" sz="12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</a:t>
            </a: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explicitly missing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and Physics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577840" cy="4206240"/>
          </a:xfrm>
          <a:prstGeom prst="rect">
            <a:avLst/>
          </a:prstGeom>
          <a:solidFill>
            <a:srgbClr val="131A36"/>
          </a:solidFill>
          <a:ln w="25400">
            <a:solidFill>
              <a:srgbClr val="00E5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E5C7"/>
                </a:solidFill>
              </a:rPr>
              <a:t>INTERACTION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movement relative to camera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(×1.6) with Shift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+ manual gravity (22 m/s²)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look — limited pitch ±85°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click shoot — </a:t>
            </a:r>
            <a:r>
              <a:rPr lang="en-US" sz="13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hitscan</a:t>
            </a: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projectile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pickup: Area3D + </a:t>
            </a:r>
            <a:r>
              <a:rPr lang="en-US" sz="13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body_entered</a:t>
            </a:r>
            <a:endParaRPr lang="en-US" sz="1300" dirty="0">
              <a:solidFill>
                <a:srgbClr val="F2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 conditioned by </a:t>
            </a:r>
            <a:r>
              <a:rPr lang="en-US" sz="13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keys_changed</a:t>
            </a: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ESC: pause + mouse release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394960" cy="4206240"/>
          </a:xfrm>
          <a:prstGeom prst="rect">
            <a:avLst/>
          </a:prstGeom>
          <a:solidFill>
            <a:srgbClr val="131A36"/>
          </a:solidFill>
          <a:ln w="25400">
            <a:solidFill>
              <a:srgbClr val="FF3D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3D71"/>
                </a:solidFill>
              </a:rPr>
              <a:t>Physics and collisions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3774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CharacterBody3D (Player + Enemy) with </a:t>
            </a:r>
            <a:r>
              <a:rPr lang="en-US" sz="1200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move_and_slide</a:t>
            </a: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StaticBody3D for level geometry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Area3D for triggers (keys, portal, kill-z)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collision layers: World, Player, Enemy, Bullet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22 m/s² — feel "arcade snappy"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Knockback on hit (opposite impulse velocity)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avoids tunneling: Area3D + manual manipulation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en-US" sz="3600" b="1" dirty="0" err="1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" cy="45720"/>
          </a:xfrm>
          <a:prstGeom prst="rect">
            <a:avLst/>
          </a:prstGeom>
          <a:solidFill>
            <a:srgbClr val="FF3D7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00E5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player.gd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CharacterBody3D — FPS controls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FF3D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enemy_ai.gd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FSM 5 + NavAgent + LoS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FF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bullet.gd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Area3D for neon </a:t>
            </a:r>
            <a:r>
              <a:rPr lang="en-US" sz="1200" dirty="0" err="1">
                <a:solidFill>
                  <a:srgbClr val="F2F4F8"/>
                </a:solidFill>
              </a:rPr>
              <a:t>projecion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88036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00E5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access_key.gd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Pickup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FF3D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portal.gd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Conditional unlock 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FF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hud.gd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2F4F8"/>
                </a:solidFill>
              </a:rPr>
              <a:t>CanvasLayer</a:t>
            </a:r>
            <a:r>
              <a:rPr lang="en-US" sz="1200" dirty="0">
                <a:solidFill>
                  <a:srgbClr val="F2F4F8"/>
                </a:solidFill>
              </a:rPr>
              <a:t> 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00E5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74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game_manager.gd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Autoload — score + transitions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983480"/>
            <a:ext cx="5486400" cy="914400"/>
          </a:xfrm>
          <a:prstGeom prst="rect">
            <a:avLst/>
          </a:prstGeom>
          <a:solidFill>
            <a:srgbClr val="131A36"/>
          </a:solidFill>
          <a:ln w="19050">
            <a:solidFill>
              <a:srgbClr val="FF3D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074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neon_glow.gdshader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Shader spatial custom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9C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743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Neon Network</dc:title>
  <dc:subject>PptxGenJS Presentation</dc:subject>
  <dc:creator>PptxGenJS</dc:creator>
  <cp:lastModifiedBy>Manole Adrian</cp:lastModifiedBy>
  <cp:revision>2</cp:revision>
  <dcterms:created xsi:type="dcterms:W3CDTF">2026-05-14T13:00:53Z</dcterms:created>
  <dcterms:modified xsi:type="dcterms:W3CDTF">2026-05-18T12:07:54Z</dcterms:modified>
</cp:coreProperties>
</file>